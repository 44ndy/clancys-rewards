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valuación 2" id="{dc922777-3dee-9174-096b-64220d59be0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Hola, soy Andy Aravena. Les voy a mostrar mi proyecto de Capstone, Clancy's Rewards. Es una app de fidelización de clientes para Clancy's, un pub y restaurante en Cork, Irlanda, donde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Parto por el contexto. Clancy's es un pub y restaurante del centro de Cork y no tiene ninguna forma digital de premiar a los clientes que vuelven. Lo típico en el rubro es la tarjeta de sellos de papel, y tiene tres problemas: el cliente la pierde, un sello se puede copiar, y el local no se queda con ningún dato. No sabe quién vuelve ni qué premio le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 solución es una sola app con tres roles. El cliente muestra un código QR en su teléfono, el mesero lo escanea y la visita se suma al instante. El administrador maneja el menú, los premios y las promociones. El código dura tres minutos y sirve una sola vez, así nadie puede sacarle una foto y usarlo de nuevo. Cuando el cliente llega a la meta, canjea su premio de la misma 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los requisitos principales; la matriz completa, con veintiséis requisitos y sus criterios de aceptación, está en Excel en el repositorio. A la izquierda están los funcionales: registro con correo o con Google, la tarjeta de socio, el QR de un solo uso, el escaneo del personal, el canje en dos pasos y la edición del menú, los premios y las promociones. Todos ya funcionan en el prototipo. A la derecha, los no funcionales. La seguridad básica ya está: contraseñas cifradas, permisos por rol y credenciales fuera del código. Lo que falta, como limitar los intentos de login, subir el servidor a la nube y cumplir la ley de datos europea, ya tiene su sprint asignado.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con Scrum, en sprints de dos semanas. Lo elegí porque cada dos semanas tengo algo funcionando para mostrar, recibo feedback de la docente y del local, y si algo cambia, ajusto el sprint siguiente. El orden sigue una regla simple: primero lo que impide publicar. Por eso parto por la seguridad. Después viene la nube, porque Google Play pide catorce días de prueba cerrada y tiene que empezar a tiempo. Después la privacidad y las pruebas, que son requisito antes de abrir la app al público. Y al final, la prueba con el personal y la publicación. Hoy el Sprint 0 está completado y estoy en el Sprint 1. Todo esto está en GitHub: cada sprint es un milestone y cada tarea es un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 es cliente-servidor en tres capas. La app está hecha en React Native con Expo, y es la misma app para los tres roles. La app se comunica con una API en Python con FastAPI, que es donde están las reglas: quién puede escanear, si el QR venció o ya se usó, y cuántas visitas lleva cada cliente. Los datos se guardan en MongoDB. Por fuera se conecta con Google para el inicio de sesión y con un servicio de notificaciones. Hoy todo corre en mi computador, y en el Sprint 2 pasa a la nube, con los datos guardados en Europa.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el modelo de negocio. Para el local, la propuesta de valor es cambiar la tarjeta de papel por algo que no se pierde ni se falsifica, y que le muestra quién vuelve. Para el cliente, es recibir premios por volver sin andar con una tarjeta. Quien paga es el local, y quienes la usan son los clientes, los meseros y la administración. Para que sea sostenible, la voy a ofrecer al local con un pago inicial de dos mil quinientos euros para terminarla y publicarla, más una mantención de setenta y cinco a noventa euros por semana. Operarla cuesta poco, porque el servidor y la base de datos parten en planes gratuitos. Y más adelante, el mismo sistema se puede ofrecer a otros bares.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Ahora les muestro las pantallas de la app. Esto es lo que ve el cliente. Primero la bienvenida, donde se registra o entra con Google. Después su tarjeta de socio, con las visitas que lleva y el próximo premio. Cuando llega al local, abre su QR, que dura tres minutos y sirve una sola vez. Y en premios ve todo lo que puede canjear.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parte del personal. El mesero abre el escáner y lee el QR del cliente con la cámara. La visita se suma al instante y la pantalla del cliente cambia sola. Para canjear, el cliente abre un QR de canje; el mesero lo escanea y el premio queda reservado. Cuando lo lleva a la mesa, confirma la entrega. Por eso el canje es en dos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esta es la administración. El dueño ve en el panel cuántos clientes tiene, cuántos socios están activos y las visitas del día y de la semana, además de los premios que más se canjean. Desde ahí edita el menú real del local, que tiene cuarenta y tres platos, crea premios y promociones sin publicar una nueva versión de la app, y gestiona al personal. Si la conexión lo permite, ahora les muestro la app funcionando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Eso es Clancy's Rewards. El próximo paso es terminar la seguridad y subir la app a la nube. Todo el proyecto está en el repositorio de GitHub. Muchas gracias, quedo atento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5C40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Clancy's Rewards · Capstone · Evaluación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OCK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A6A6"/>
                </a:solidFill>
              </a:rPr>
              <a:t>Clancy's Rewards · Capstone · Evaluación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Clancy's Rewards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5C400"/>
                </a:solidFill>
              </a:rPr>
              <a:t>App móvil de fidelización de clientes para Clancy's Cork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731520" cy="73152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365760" cy="365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02936" y="813816"/>
            <a:ext cx="1630785" cy="3401568"/>
          </a:xfrm>
          <a:prstGeom prst="roundRect">
            <a:avLst>
              <a:gd name="adj" fmla="val 78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7" name="Image 1" descr="/mnt/user-data/uploads/Capturas_Presentacion/01 - Bienveni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68680"/>
            <a:ext cx="1521057" cy="3291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306056" y="813816"/>
            <a:ext cx="1630785" cy="3401568"/>
          </a:xfrm>
          <a:prstGeom prst="roundRect">
            <a:avLst>
              <a:gd name="adj" fmla="val 78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9" name="Image 2" descr="/mnt/user-data/uploads/Capturas_Presentacion/03 - Pase QR del clien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868680"/>
            <a:ext cx="1521057" cy="32918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208776" y="493776"/>
            <a:ext cx="1926546" cy="4041648"/>
          </a:xfrm>
          <a:prstGeom prst="roundRect">
            <a:avLst>
              <a:gd name="adj" fmla="val 664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11" name="Image 3" descr="/mnt/user-data/uploads/Capturas_Presentacion/02 - Tarjeta de soci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548640"/>
            <a:ext cx="1816818" cy="393192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48640" y="3886200"/>
            <a:ext cx="548640" cy="54864"/>
          </a:xfrm>
          <a:prstGeom prst="rect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40233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Andy Aravena Auquilen · Ingeniería en Informática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Duoc UC San Bernardo · Capstone, Evaluación 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y problemática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Clancy's es un pub y restaurante del centro de Cork, Irlanda. No tiene una herramienta digital para premiar a sus clientes frecuentes. La alternativa típica, la tarjeta de sellos de papel: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6596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09169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pierde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El cliente la olvida y pierde su avance.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46120" y="17830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96596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50" y="209169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falsifica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Un sello se copia y nadie controla quién lo puso.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035040" y="17830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96596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370" y="209169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6364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deja datos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26364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El local no sabe quién vuelve ni qué premio funciona.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Afecta a dos grupos: </a:t>
            </a:r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los clientes frecuentes, que no reciben nada por volver, y la administración, que decide sus promociones sin datos.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Solución: una app con tres roles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1133856"/>
            <a:ext cx="912508" cy="1847088"/>
          </a:xfrm>
          <a:prstGeom prst="roundRect">
            <a:avLst>
              <a:gd name="adj" fmla="val 1402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5" name="Image 0" descr="/mnt/user-data/uploads/Capturas_Presentacion/03 - Pase QR del clien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80278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4592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Muestra su QR para sumar visitas y canjear premios.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46120" y="10515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74136" y="1133856"/>
            <a:ext cx="912508" cy="1847088"/>
          </a:xfrm>
          <a:prstGeom prst="roundRect">
            <a:avLst>
              <a:gd name="adj" fmla="val 1402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0" name="Image 1" descr="/mnt/user-data/uploads/Capturas_Presentacion/04 - Escaner del mes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188720"/>
            <a:ext cx="80278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4340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164592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Escanea el QR con la cámara del teléfono.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35040" y="10515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63056" y="1133856"/>
            <a:ext cx="912508" cy="1847088"/>
          </a:xfrm>
          <a:prstGeom prst="roundRect">
            <a:avLst>
              <a:gd name="adj" fmla="val 1402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5" name="Image 2" descr="/mnt/user-data/uploads/Capturas_Presentacion/10 - Panel del duen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80278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3232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132320" y="164592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Gestiona menú, premios y promociones, y ve indicadores.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324612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C400"/>
                </a:solidFill>
              </a:rPr>
              <a:t>Cómo se registra una visita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85800" y="3767328"/>
            <a:ext cx="365760" cy="36576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1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14300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El cliente abre su QR: dura 3 minutos y sirve una vez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2697480" y="3767328"/>
            <a:ext cx="365760" cy="36576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69748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315468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El mesero lo escanea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709160" y="3767328"/>
            <a:ext cx="365760" cy="36576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70916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516636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El servidor lo valida y suma la visita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6720840" y="3767328"/>
            <a:ext cx="365760" cy="36576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2084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717804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Al llegar a la meta, canjea su premio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del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3619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RF-01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361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Registro e inicio de sesión con correo o Google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162306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6230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116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RF-03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Tarjeta de socio con el avance hacia el premio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47872" y="2098548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47872" y="209854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48716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RF-04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71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QR personal de 3 minutos y un solo uso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47872" y="2574036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47872" y="257403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296265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RF-05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9626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Escaneo del personal para sumar visitas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47872" y="304952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47872" y="30495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43814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RF-06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43814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Canje del premio en dos pasos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47872" y="3525012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47872" y="352501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39136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RF-08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3913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Menú, premios y promociones editables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47872" y="400050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47872" y="400050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92040" y="10972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funcionales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153619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RNF-01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94960" y="15361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Seguridad: contraseñas cifradas y permisos por rol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54112" y="162306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54112" y="16230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892040" y="20116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RNF-04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39496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Seguridad: credenciales fuera del código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754112" y="2098548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54112" y="209854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00"/>
                </a:solidFill>
              </a:rPr>
              <a:t>Listo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892040" y="248716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RNF-05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94960" y="24871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Seguridad: límite de intentos y CORS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54112" y="2574036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54112" y="257403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Sprint 1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296265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RNF-07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394960" y="29626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Disponibilidad: servidor en la nube con HTTPS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754112" y="304952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54112" y="30495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Sprint 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892040" y="343814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RNF-08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394960" y="343814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Privacidad: cumplimiento del RGPD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54112" y="3525012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54112" y="352501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Sprint 3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892040" y="39136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RNF-11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394960" y="3913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Calidad: pruebas automáticas y con usuarios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7754112" y="400050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754112" y="400050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Sprint 3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</a:rPr>
              <a:t>Matriz completa con 26 requisitos, criterios de aceptación y estado: Matriz_de_Requisitos.xlsx en el repositorio.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Metodología: Scrum en sprints de 2 semanas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743200" cy="3520440"/>
          </a:xfrm>
          <a:prstGeom prst="roundRect">
            <a:avLst>
              <a:gd name="adj" fmla="val 2667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Scrum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Cada dos semanas hay algo funcionando para mostrar.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En cada revisión recibo feedback de la docente y del local.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Si algo cambia, ajusto el sprint siguiente sin rehacer el plan.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794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5C400"/>
                </a:solidFill>
              </a:rPr>
              <a:t>Ciclo de cada sprint: planificación, desarrollo, demo y retrospectiva.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0515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del backlog: primero lo que impide publicar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FF4BF"/>
          </a:solidFill>
          <a:ln w="12700">
            <a:solidFill>
              <a:srgbClr val="FFF4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1463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Sprint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4630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Seguridad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Con vulnerabilidades abiertas la app no se puede publicar.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210312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9312" y="21031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Sprint 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1031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Nube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Google Play pide 14 días de prueba cerrada antes de publicar, así que debe partir a tiempo.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274320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9312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Sprint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27432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Privacidad y pruebas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2743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La ley europea de datos y las pruebas son requisito antes de abrirla al público.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38328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39312" y="3383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Cierre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33832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Producción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3383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Prueba con el personal del local y publicación en Google Play.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069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Avance: </a:t>
            </a:r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Sprint 0 completado y Sprint 1 en curso. Backlog en GitHub: un milestone por sprint y un issue por tarea.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Arquitectura: cliente-servidor en tres capas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móvil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07008" y="14447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</a:rPr>
              <a:t>React Native + Expo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8288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Pantallas de cliente, personal y administrador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Cámara para leer el QR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Habla con la API por HTTPS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99232" y="2057400"/>
            <a:ext cx="265176" cy="256032"/>
          </a:xfrm>
          <a:prstGeom prst="rightArrow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91840" y="1051560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188720"/>
            <a:ext cx="457200" cy="45720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30302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41648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041648" y="14447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C400"/>
                </a:solidFill>
              </a:rPr>
              <a:t>Python + FastAPI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474720" y="18288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Login y permisos por rol (JWT)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Valida el QR: vigente y sin usar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Visitas, canjes y panel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833872" y="2057400"/>
            <a:ext cx="265176" cy="256032"/>
          </a:xfrm>
          <a:prstGeom prst="rightArrow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26480" y="1051560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09360" y="1188720"/>
            <a:ext cx="457200" cy="45720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303020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76288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876288" y="14447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</a:rPr>
              <a:t>MongoDB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309360" y="18288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12 colecciones: usuarios, visitas, QR, canjes, menú, premios y más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Servicios externos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70" y="3943350"/>
            <a:ext cx="205740" cy="2057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7552" y="38130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Google Sign-In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987552" y="405993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verifica el login con Google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3291840" y="3840480"/>
            <a:ext cx="411480" cy="41148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4710" y="3943350"/>
            <a:ext cx="205740" cy="2057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22192" y="38130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Notificaciones push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3822192" y="405993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avisa de promociones y premios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126480" y="3840480"/>
            <a:ext cx="411480" cy="41148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3943350"/>
            <a:ext cx="205740" cy="2057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656832" y="38130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Nube (Sprint 2)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6656832" y="405993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API y base de datos en Europa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negocio: pago inicial y mantención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3520440"/>
          </a:xfrm>
          <a:prstGeom prst="roundRect">
            <a:avLst>
              <a:gd name="adj" fmla="val 280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207008"/>
            <a:ext cx="457200" cy="45720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" y="1321308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valor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74520"/>
            <a:ext cx="22402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11111"/>
                </a:solidFill>
              </a:rPr>
              <a:t>Para el local: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</a:rPr>
              <a:t>reemplaza la tarjeta de papel y evita sellos falsos.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11111"/>
                </a:solidFill>
              </a:rPr>
              <a:t>Para el local: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</a:rPr>
              <a:t>muestra quién vuelve y qué premio funciona.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11111"/>
                </a:solidFill>
              </a:rPr>
              <a:t>Para el cliente: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</a:rPr>
              <a:t>premios por volver, sin tarjeta que perder.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46120" y="1051560"/>
            <a:ext cx="2606040" cy="3520440"/>
          </a:xfrm>
          <a:prstGeom prst="roundRect">
            <a:avLst>
              <a:gd name="adj" fmla="val 280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47288" y="1207008"/>
            <a:ext cx="457200" cy="45720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588" y="132130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3360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y usuarios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47288" y="1874520"/>
            <a:ext cx="22402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11111"/>
                </a:solidFill>
              </a:rPr>
              <a:t>Paga: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</a:rPr>
              <a:t>Clancy's Cork.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11111"/>
                </a:solidFill>
              </a:rPr>
              <a:t>La usan: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</a:rPr>
              <a:t>clientes del local, meseros y administración.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11111"/>
                </a:solidFill>
              </a:rPr>
              <a:t>Sus clientes: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</a:rPr>
              <a:t>gente de Cork y turistas que visitan el pub.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11111"/>
                </a:solidFill>
              </a:rPr>
              <a:t>A futuro: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</a:rPr>
              <a:t>otros bares.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35040" y="10515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36208" y="1188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Sostenibilidad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236208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€2.500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6236208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C400"/>
                </a:solidFill>
              </a:rPr>
              <a:t>pago inicial para terminarla y publicarla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236208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€75–90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6236208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C400"/>
                </a:solidFill>
              </a:rPr>
              <a:t>por semana de mantención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236208" y="3520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Operarla cuesta poco: servidor y base de datos parten en plan gratuito, y publicar cuesta 35 a 55 USD.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Mockups de la app: el cliente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02336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2336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1. Bienvenida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2336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6" name="Image 0" descr="/mnt/user-data/uploads/Capturas_Presentacion/01 - Bienveni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1647812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596265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96265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2. Tarjeta de socio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96265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10" name="Image 1" descr="/mnt/user-data/uploads/Capturas_Presentacion/02 - Tarjeta de soci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129" y="1143000"/>
            <a:ext cx="1647812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90195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90195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3. QR de un solo uso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90195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14" name="Image 2" descr="/mnt/user-data/uploads/Capturas_Presentacion/03 - Pase QR del clien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059" y="1143000"/>
            <a:ext cx="1647812" cy="356616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984124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984124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4. Premios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984124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18" name="Image 3" descr="/mnt/user-data/uploads/Capturas_Presentacion/06 - Recompensas del clien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8988" y="1143000"/>
            <a:ext cx="1647812" cy="3566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Mockups de la app: el personal en el local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02336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2336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1. Escáner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2336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6" name="Image 0" descr="/mnt/user-data/uploads/Capturas_Presentacion/04 - Escaner del mes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1647812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596265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96265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2. Visita sumada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96265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10" name="Image 1" descr="/mnt/user-data/uploads/Capturas_Presentacion/05 - Resultado de visit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129" y="1143000"/>
            <a:ext cx="1647812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90195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90195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3. QR de canje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90195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14" name="Image 2" descr="/mnt/user-data/uploads/Capturas_Presentacion/07 - QR de canj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059" y="1143000"/>
            <a:ext cx="1647812" cy="356616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984124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984124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4. Entregar premio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984124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pic>
        <p:nvPicPr>
          <p:cNvPr id="18" name="Image 3" descr="/mnt/user-data/uploads/Capturas_Presentacion/08 - Canje - entregar al clien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8988" y="1143000"/>
            <a:ext cx="1647812" cy="3566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Mockups de la app: la administración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68096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4" name="Image 0" descr="/mnt/user-data/uploads/Capturas_Presentacion/10 - Panel del due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43000"/>
            <a:ext cx="1647812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825496" y="1088136"/>
            <a:ext cx="1757540" cy="3675888"/>
          </a:xfrm>
          <a:prstGeom prst="roundRect">
            <a:avLst>
              <a:gd name="adj" fmla="val 728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6" name="Image 1" descr="/mnt/user-data/uploads/Capturas_Presentacion/09 - Menu de la cas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143000"/>
            <a:ext cx="1647812" cy="35661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68096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68096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1. Panel del dueño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825496" y="813816"/>
            <a:ext cx="1757540" cy="256032"/>
          </a:xfrm>
          <a:prstGeom prst="roundRect">
            <a:avLst>
              <a:gd name="adj" fmla="val 21429"/>
            </a:avLst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825496" y="813816"/>
            <a:ext cx="17575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2. Menú de la casa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120640" y="114300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4924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el panel, el local: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349240" y="17830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Ve clientes, socios activos y visitas del día y de la semana.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Ve qué premios se canjean más.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Edita el menú real del local: 43 platos.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Crea premios y promociones sin publicar una nueva versión.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Gestiona al personal y sus roles.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5C400"/>
                </a:solidFill>
              </a:rPr>
              <a:t>Próximo paso: terminar la seguridad y subir la app a la nube. ¿Preguntas?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731520" cy="731520"/>
          </a:xfrm>
          <a:prstGeom prst="ellipse">
            <a:avLst/>
          </a:prstGeom>
          <a:solidFill>
            <a:srgbClr val="F5C400"/>
          </a:solidFill>
          <a:ln w="12700">
            <a:solidFill>
              <a:srgbClr val="F5C4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023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github.com/44ndy/clancys-rewards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ncys Rewards BYW">
  <a:themeElements>
    <a:clrScheme name="Clancys Rewards BYW">
      <a:dk1>
        <a:srgbClr val="111111"/>
      </a:dk1>
      <a:lt1>
        <a:srgbClr val="FFFFFF"/>
      </a:lt1>
      <a:dk2>
        <a:srgbClr val="111111"/>
      </a:dk2>
      <a:lt2>
        <a:srgbClr val="F2F2F2"/>
      </a:lt2>
      <a:accent1>
        <a:srgbClr val="F5C400"/>
      </a:accent1>
      <a:accent2>
        <a:srgbClr val="F5C400"/>
      </a:accent2>
      <a:accent3>
        <a:srgbClr val="111111"/>
      </a:accent3>
      <a:accent4>
        <a:srgbClr val="7A5C00"/>
      </a:accent4>
      <a:accent5>
        <a:srgbClr val="6B6B6B"/>
      </a:accent5>
      <a:accent6>
        <a:srgbClr val="FFF4BF"/>
      </a:accent6>
      <a:hlink>
        <a:srgbClr val="111111"/>
      </a:hlink>
      <a:folHlink>
        <a:srgbClr val="6B6B6B"/>
      </a:folHlink>
    </a:clrScheme>
    <a:fontScheme name="Clancys Rewards BY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Clancy's Rewards – Evaluación 2</dc:title>
  <dc:subject>PptxGenJS Presentation</dc:subject>
  <dc:creator>Andy Aravena Auquilen</dc:creator>
  <cp:lastModifiedBy>Andy Aravena Auquilen</cp:lastModifiedBy>
  <cp:revision>1</cp:revision>
  <dcterms:created xsi:type="dcterms:W3CDTF">2026-10-28T16:29:30Z</dcterms:created>
  <dcterms:modified xsi:type="dcterms:W3CDTF">2026-10-28T16:29:30Z</dcterms:modified>
</cp:coreProperties>
</file>